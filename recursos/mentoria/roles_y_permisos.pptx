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17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C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ls -l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12800" y="2425700"/>
            <a:ext cx="10883392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</a:t>
            </a:r>
            <a:endParaRPr lang="en-US" sz="60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AF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12800" y="4394200"/>
            <a:ext cx="1270000" cy="0"/>
          </a:xfrm>
          <a:prstGeom prst="line">
            <a:avLst/>
          </a:prstGeom>
          <a:noFill/>
          <a:ln w="76200">
            <a:solidFill>
              <a:srgbClr val="F5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68630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9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Usuarios, grupos y control de acceso en Linux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272480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archivos en Linux no son accesibles por cualquier usuario. El sistema gestiona los permisos de cada usuario mediante un sistema de cuentas y grupos.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166441"/>
            <a:ext cx="10883392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Existen cuatro tipos de cuentas: usuario, sistema, servicio y root.</a:t>
            </a:r>
            <a:endParaRPr lang="en-US" sz="1800" dirty="0"/>
          </a:p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es el superusuario del sistema.</a:t>
            </a:r>
            <a:endParaRPr lang="en-US" sz="1800" dirty="0"/>
          </a:p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tiene UID 0 y control total sobre el sistema.</a:t>
            </a:r>
            <a:endParaRPr lang="en-US" sz="1800" dirty="0"/>
          </a:p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uso debe realizarse con precaución.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Tipos de cuentas y grupos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59780"/>
          <a:ext cx="10553700" cy="1796355"/>
        </p:xfrm>
        <a:graphic>
          <a:graphicData uri="http://schemas.openxmlformats.org/drawingml/2006/table">
            <a:tbl>
              <a:tblPr/>
              <a:tblGrid>
                <a:gridCol w="1371981"/>
                <a:gridCol w="2638425"/>
                <a:gridCol w="4221480"/>
                <a:gridCol w="2321814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Tipo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Propósito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Características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Ejemplo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Usuario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Persona que inicia sesión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UID normalmente ≥ 1000; entorno propio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Usuario personal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Sistema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Procesos internos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UID bajo; sin login interactivo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daemon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Ejecutar demonios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Privilegios limitados; sin shell o con nologin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www-data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Superusuario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UID 0; acceso irrestricto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284736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grupos son conjuntos de usuarios que facilitan la asignación colectiva de permisos. Cada grupo tiene un GID. Un usuario tiene un grupo primario y puede pertenecer a grupos suplementarios.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Identificación de usuarios y grupos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10553700" cy="1756966"/>
        </p:xfrm>
        <a:graphic>
          <a:graphicData uri="http://schemas.openxmlformats.org/drawingml/2006/table">
            <a:tbl>
              <a:tblPr/>
              <a:tblGrid>
                <a:gridCol w="2638425"/>
                <a:gridCol w="7915275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Comando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Función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whoami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Muestra el nombre del usuario efectivo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Muestra UID, GID y grupos del usuario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Muestra los grupos a los que pertenece un usuario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296146"/>
            <a:ext cx="10883392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9080" indent="-197104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UID: identificador numérico de usuario.</a:t>
            </a:r>
            <a:endParaRPr lang="en-US" sz="1700" dirty="0"/>
          </a:p>
          <a:p>
            <a:pPr algn="l" marL="259080" indent="-197104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GID: identificador numérico de grupo.</a:t>
            </a:r>
            <a:endParaRPr lang="en-US" sz="1700" dirty="0"/>
          </a:p>
          <a:p>
            <a:pPr algn="l" marL="259080" indent="-197104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siempre tiene UID 0.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Permisos fundamentales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10553700" cy="1756966"/>
        </p:xfrm>
        <a:graphic>
          <a:graphicData uri="http://schemas.openxmlformats.org/drawingml/2006/table">
            <a:tbl>
              <a:tblPr/>
              <a:tblGrid>
                <a:gridCol w="2110740"/>
                <a:gridCol w="1583055"/>
                <a:gridCol w="6859905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Permiso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Símbolo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Efecto sobre un archivo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Permite leer el contenido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Write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Permite modificar el contenido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Permite ejecutar el archivo, binario o script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296146"/>
            <a:ext cx="10566400" cy="6908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499346"/>
            <a:ext cx="1036015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C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 aplican a tres categorías: dueño, grupo y otros.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chmod: modo simbólico y numérico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59780"/>
          <a:ext cx="5067300" cy="3087688"/>
        </p:xfrm>
        <a:graphic>
          <a:graphicData uri="http://schemas.openxmlformats.org/drawingml/2006/table">
            <a:tbl>
              <a:tblPr/>
              <a:tblGrid>
                <a:gridCol w="1266825"/>
                <a:gridCol w="380047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Significado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Dueño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Grupo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Otros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Todos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Añadir permiso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Quitar permiso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=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Asignar permiso exacto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1900" y="1259780"/>
          <a:ext cx="5067300" cy="1543844"/>
        </p:xfrm>
        <a:graphic>
          <a:graphicData uri="http://schemas.openxmlformats.org/drawingml/2006/table">
            <a:tbl>
              <a:tblPr/>
              <a:tblGrid>
                <a:gridCol w="2026920"/>
                <a:gridCol w="304038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Permiso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Valor numérico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12800" y="4576068"/>
            <a:ext cx="10566400" cy="6908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3"/>
          <p:cNvSpPr/>
          <p:nvPr/>
        </p:nvSpPr>
        <p:spPr>
          <a:xfrm>
            <a:off x="1066800" y="4779268"/>
            <a:ext cx="1036015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C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chmod 755 archivo = rwxr-xr-x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Permisos en directorios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10553700" cy="1756966"/>
        </p:xfrm>
        <a:graphic>
          <a:graphicData uri="http://schemas.openxmlformats.org/drawingml/2006/table">
            <a:tbl>
              <a:tblPr/>
              <a:tblGrid>
                <a:gridCol w="2110740"/>
                <a:gridCol w="1583055"/>
                <a:gridCol w="6859905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Permiso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Símbolo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Significado en un directorio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Permite listar el contenido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Write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Permite crear, borrar o renombrar archivos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Permite entrar o acceder al directorio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296146"/>
            <a:ext cx="10566400" cy="975320"/>
          </a:xfrm>
          <a:prstGeom prst="rect">
            <a:avLst/>
          </a:prstGeom>
          <a:solidFill>
            <a:srgbClr val="F5C400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499346"/>
            <a:ext cx="103601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permiso x no se puede acceder a los archivos del directorio, aunque se tengan permisos sobre ellos.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27248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umask define los permisos que se restan por defecto al crear archivos y directorios.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1846461"/>
            <a:ext cx="10883392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 base: 666.</a:t>
            </a:r>
            <a:endParaRPr lang="en-US" sz="1800" dirty="0"/>
          </a:p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Directorios base: 777.</a:t>
            </a:r>
            <a:endParaRPr lang="en-US" sz="1800" dirty="0"/>
          </a:p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umask típica: 022.</a:t>
            </a:r>
            <a:endParaRPr lang="en-US" sz="1800" dirty="0"/>
          </a:p>
          <a:p>
            <a:pPr algn="l" marL="274320" indent="-20421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umask 022, los archivos se crean como 644 y los directorios como 755.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380383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puede consultar y modificar con el comando umask.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3918843"/>
            <a:ext cx="10566400" cy="6908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4122043"/>
            <a:ext cx="1036015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C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666 - 022 = 644 | 777 - 022 = 755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chown y chgrp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10553700" cy="1317724"/>
        </p:xfrm>
        <a:graphic>
          <a:graphicData uri="http://schemas.openxmlformats.org/drawingml/2006/table">
            <a:tbl>
              <a:tblPr/>
              <a:tblGrid>
                <a:gridCol w="2110740"/>
                <a:gridCol w="8442960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Comando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Función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chown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Cambia el dueño y/o el grupo de un archivo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chgrp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Cambia el grupo de un archivo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2856905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root puede cambiar el dueño de un archivo. El dueño puede cambiar el grupo de su archivo a un grupo al que pertenezca, según la configuración del sistema. Root puede cambiar cualquier propiedad.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 y sudo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34380"/>
          <a:ext cx="10553700" cy="1157883"/>
        </p:xfrm>
        <a:graphic>
          <a:graphicData uri="http://schemas.openxmlformats.org/drawingml/2006/table">
            <a:tbl>
              <a:tblPr/>
              <a:tblGrid>
                <a:gridCol w="1583055"/>
                <a:gridCol w="897064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Comando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Función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Cambia de usuario; solicita la contraseña del usuario destino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sudo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Ejecuta un comando como otro usuario, normalmente root, según reglas definidas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2595463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archivo /etc/sudoers define qué usuarios o grupos pueden ejecutar comandos con sudo. Los grupos habituales son sudo en Debian/Ubuntu y wheel en RHEL/CentOS.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3296345"/>
            <a:ext cx="10883392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sudo permite privilegios temporales.</a:t>
            </a:r>
            <a:endParaRPr lang="en-US" sz="1400" dirty="0"/>
          </a:p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sudo registra auditoría de comandos ejecutados.</a:t>
            </a:r>
            <a:endParaRPr lang="en-US" sz="1400" dirty="0"/>
          </a:p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/etc/sudoers debe editarse con visudo.</a:t>
            </a:r>
            <a:endParaRPr lang="en-US" sz="1400" dirty="0"/>
          </a:p>
          <a:p>
            <a:pPr algn="l" marL="213360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reglas indican usuario, host y comando permitido.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Directorios especiales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34380"/>
          <a:ext cx="10553700" cy="1796355"/>
        </p:xfrm>
        <a:graphic>
          <a:graphicData uri="http://schemas.openxmlformats.org/drawingml/2006/table">
            <a:tbl>
              <a:tblPr/>
              <a:tblGrid>
                <a:gridCol w="2321814"/>
                <a:gridCol w="8231886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Archivo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Contenido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/etc/passwd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Cuentas de usuario: UID, GID, home, shell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/etc/shadow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Hashes de contraseñas y política de expiración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/etc/group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Grupos y miembros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/etc/gshadow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Contraseñas de grupos y administradores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233936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línea se divide en campos separados por dos puntos ( : ).</a:t>
            </a:r>
            <a:endParaRPr lang="en-US" sz="1400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698677"/>
          <a:ext cx="10553700" cy="1662906"/>
        </p:xfrm>
        <a:graphic>
          <a:graphicData uri="http://schemas.openxmlformats.org/drawingml/2006/table">
            <a:tbl>
              <a:tblPr/>
              <a:tblGrid>
                <a:gridCol w="2110740"/>
                <a:gridCol w="8442960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C4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Archivo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C40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Estructura de campos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/etc/passwd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usuario:contraseña:UID:GID:comentario:home:shell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/etc/shadow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usuario:hash:último_cambio:min:max:aviso:inactivo:expiración:reservado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/etc/group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grupo:contraseña:GID:miembros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/etc/gshadow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grupo:contraseña:administradores:miembros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usuarios y grupos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5067300" cy="1929805"/>
        </p:xfrm>
        <a:graphic>
          <a:graphicData uri="http://schemas.openxmlformats.org/drawingml/2006/table">
            <a:tbl>
              <a:tblPr/>
              <a:tblGrid>
                <a:gridCol w="1773555"/>
                <a:gridCol w="329374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Usuarios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Función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useradd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 un usuario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usermod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Modifica un usuario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userdel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Elimina un usuario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passwd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Cambia la contraseña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1900" y="1285180"/>
          <a:ext cx="5067300" cy="2950567"/>
        </p:xfrm>
        <a:graphic>
          <a:graphicData uri="http://schemas.openxmlformats.org/drawingml/2006/table">
            <a:tbl>
              <a:tblPr/>
              <a:tblGrid>
                <a:gridCol w="1773555"/>
                <a:gridCol w="329374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Grupos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Función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groupadd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 un grupo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groupmod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Modifica un grupo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groupdel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Elimina un grupo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gpasswd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Administra contraseñas y miembros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Muestra usuarios conectados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0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Muestra usuarios conectados y su actividad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Permisos especiales: conceptos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10553700" cy="2041525"/>
        </p:xfrm>
        <a:graphic>
          <a:graphicData uri="http://schemas.openxmlformats.org/drawingml/2006/table">
            <a:tbl>
              <a:tblPr/>
              <a:tblGrid>
                <a:gridCol w="1688592"/>
                <a:gridCol w="6332220"/>
                <a:gridCol w="253288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Permiso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Efecto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Representación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SUID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 archivo se ejecuta con permisos del dueño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 en dueño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0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SGID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archivo, se ejecuta con permisos del grupo; en directorio, los nuevos archivos heredan el grupo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 en grupo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0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Sticky bit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 directorio, solo el dueño del archivo o root puede borrarlo o renombrarlo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en otros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580705"/>
            <a:ext cx="10566400" cy="6908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783905"/>
            <a:ext cx="1036015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C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Modo numérico: SUID = 4 | SGID = 2 | Sticky = 1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" y="609600"/>
            <a:ext cx="0" cy="408880"/>
          </a:xfrm>
          <a:prstGeom prst="line">
            <a:avLst/>
          </a:prstGeom>
          <a:noFill/>
          <a:ln w="1016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200" y="609600"/>
            <a:ext cx="105956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Permisos especiales: comandos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85180"/>
          <a:ext cx="10553700" cy="1899245"/>
        </p:xfrm>
        <a:graphic>
          <a:graphicData uri="http://schemas.openxmlformats.org/drawingml/2006/table">
            <a:tbl>
              <a:tblPr/>
              <a:tblGrid>
                <a:gridCol w="1477518"/>
                <a:gridCol w="2743962"/>
                <a:gridCol w="2743962"/>
                <a:gridCol w="3588258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Permiso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Simbólico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Numérico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C4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Ejemplo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SUID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chmod u+s archivo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chmod 4755 archivo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Ejecuta con permisos del dueño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SGID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chmod g+s archivo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chmod 2755 archivo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Ejecuta con permisos del grupo o hereda grupo en directorios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352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Sticky bit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chmod +t directorio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chmod 1755 directorio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Solo dueño o root pueden borrar archivos dentro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Permisos en Linux</dc:title>
  <dc:subject>PptxGenJS Presentation</dc:subject>
  <dc:creator>PptxGenJS</dc:creator>
  <cp:lastModifiedBy>PptxGenJS</cp:lastModifiedBy>
  <cp:revision>1</cp:revision>
  <dcterms:created xsi:type="dcterms:W3CDTF">2026-09-27T23:59:37Z</dcterms:created>
  <dcterms:modified xsi:type="dcterms:W3CDTF">2026-09-27T23:59:37Z</dcterms:modified>
</cp:coreProperties>
</file>